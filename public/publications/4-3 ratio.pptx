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87" d="100"/>
          <a:sy n="87" d="100"/>
        </p:scale>
        <p:origin x="1258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98673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38756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7009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77129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1410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26323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542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37110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6884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02096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27688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CE007C-C467-42A1-A831-57D1A5046706}" type="datetimeFigureOut">
              <a:rPr lang="LID4096" smtClean="0"/>
              <a:t>01/02/2026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E58C13-A50D-41EF-A324-C899B448A3B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45486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316592B-EA1B-2BC9-7079-47AD37C40757}"/>
              </a:ext>
            </a:extLst>
          </p:cNvPr>
          <p:cNvSpPr/>
          <p:nvPr/>
        </p:nvSpPr>
        <p:spPr>
          <a:xfrm>
            <a:off x="0" y="1584813"/>
            <a:ext cx="9144000" cy="3688373"/>
          </a:xfrm>
          <a:prstGeom prst="rect">
            <a:avLst/>
          </a:prstGeom>
          <a:solidFill>
            <a:schemeClr val="bg1">
              <a:lumMod val="9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6" name="图片 5" descr="图片包含 图示&#10;&#10;AI 生成的内容可能不正确。">
            <a:extLst>
              <a:ext uri="{FF2B5EF4-FFF2-40B4-BE49-F238E27FC236}">
                <a16:creationId xmlns:a16="http://schemas.microsoft.com/office/drawing/2014/main" id="{AC1A0F99-A0CA-2747-9E14-7A7A11AA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855" y="1981200"/>
            <a:ext cx="9110289" cy="3180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2949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38886-1AAF-BAB2-2D3B-23D286775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32C2DE9-5A05-AB44-CA37-8B6215C655A3}"/>
              </a:ext>
            </a:extLst>
          </p:cNvPr>
          <p:cNvSpPr/>
          <p:nvPr/>
        </p:nvSpPr>
        <p:spPr>
          <a:xfrm>
            <a:off x="0" y="1584813"/>
            <a:ext cx="9144000" cy="3688373"/>
          </a:xfrm>
          <a:prstGeom prst="rect">
            <a:avLst/>
          </a:prstGeom>
          <a:solidFill>
            <a:schemeClr val="bg1">
              <a:lumMod val="9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6" name="图片 5" descr="图形用户界面&#10;&#10;AI 生成的内容可能不正确。">
            <a:extLst>
              <a:ext uri="{FF2B5EF4-FFF2-40B4-BE49-F238E27FC236}">
                <a16:creationId xmlns:a16="http://schemas.microsoft.com/office/drawing/2014/main" id="{04CAA00B-A58A-5BA1-15A1-11B94F340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8563"/>
            <a:ext cx="9144000" cy="202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581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3E8BD-AA61-FF8E-5A24-788B714FA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E894629-F3B2-6569-83B6-5AD2E0B1C34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584813"/>
            <a:ext cx="9144000" cy="3688373"/>
          </a:xfrm>
          <a:prstGeom prst="rect">
            <a:avLst/>
          </a:prstGeom>
          <a:solidFill>
            <a:schemeClr val="bg1">
              <a:lumMod val="9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图片 2" descr="手机屏幕的截图&#10;&#10;AI 生成的内容可能不正确。">
            <a:extLst>
              <a:ext uri="{FF2B5EF4-FFF2-40B4-BE49-F238E27FC236}">
                <a16:creationId xmlns:a16="http://schemas.microsoft.com/office/drawing/2014/main" id="{14239B4A-B20E-100C-1D6C-1FB6B2BD868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" y="1647970"/>
            <a:ext cx="7538719" cy="356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965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FF85B-D846-8ECA-B549-6B288709F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D2C44A4-8EB6-5147-88CE-88847BEFE18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584813"/>
            <a:ext cx="9144000" cy="3688373"/>
          </a:xfrm>
          <a:prstGeom prst="rect">
            <a:avLst/>
          </a:prstGeom>
          <a:solidFill>
            <a:schemeClr val="bg1">
              <a:lumMod val="9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图片 4" descr="图片包含 QR 代码&#10;&#10;AI 生成的内容可能不正确。">
            <a:extLst>
              <a:ext uri="{FF2B5EF4-FFF2-40B4-BE49-F238E27FC236}">
                <a16:creationId xmlns:a16="http://schemas.microsoft.com/office/drawing/2014/main" id="{9FFA2269-0FBB-0C11-F090-CDB8E71ED7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59623"/>
            <a:ext cx="9144000" cy="2538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934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2F305-2C04-D8B9-14B0-FA3422A1D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FEFA584-88E6-B81E-1D24-59EAD3D116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584813"/>
            <a:ext cx="9144000" cy="3688373"/>
          </a:xfrm>
          <a:prstGeom prst="rect">
            <a:avLst/>
          </a:prstGeom>
          <a:solidFill>
            <a:schemeClr val="bg1">
              <a:lumMod val="9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图片 2" descr="图片包含 照片, 建筑, 不同, 窗户&#10;&#10;AI 生成的内容可能不正确。">
            <a:extLst>
              <a:ext uri="{FF2B5EF4-FFF2-40B4-BE49-F238E27FC236}">
                <a16:creationId xmlns:a16="http://schemas.microsoft.com/office/drawing/2014/main" id="{F9265038-1C3A-085E-E329-82D692477F5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95" y="2062480"/>
            <a:ext cx="9046505" cy="3037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9511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7B2F-FE3F-DE27-386A-D05458C5D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176BE1F-AA3A-C505-3312-5859C796B96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584813"/>
            <a:ext cx="9144000" cy="3688373"/>
          </a:xfrm>
          <a:prstGeom prst="rect">
            <a:avLst/>
          </a:prstGeom>
          <a:solidFill>
            <a:schemeClr val="bg1">
              <a:lumMod val="9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图片 2" descr="图示&#10;&#10;AI 生成的内容可能不正确。">
            <a:extLst>
              <a:ext uri="{FF2B5EF4-FFF2-40B4-BE49-F238E27FC236}">
                <a16:creationId xmlns:a16="http://schemas.microsoft.com/office/drawing/2014/main" id="{8A385327-DBC0-B717-AC97-31ECA1F959C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1691" y="1664155"/>
            <a:ext cx="8299939" cy="352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748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A4F13-D15A-6EAB-48A8-6C2873DFB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623247F-6E30-BFD2-CA98-26A33545E2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584813"/>
            <a:ext cx="9144000" cy="3688373"/>
          </a:xfrm>
          <a:prstGeom prst="rect">
            <a:avLst/>
          </a:prstGeom>
          <a:solidFill>
            <a:schemeClr val="bg1">
              <a:lumMod val="9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" name="图片 2" descr="徽标&#10;&#10;AI 生成的内容可能不正确。">
            <a:extLst>
              <a:ext uri="{FF2B5EF4-FFF2-40B4-BE49-F238E27FC236}">
                <a16:creationId xmlns:a16="http://schemas.microsoft.com/office/drawing/2014/main" id="{C9262F8B-0DDE-F07E-840B-C144C046A43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5263" y="1956288"/>
            <a:ext cx="8913473" cy="294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722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1D03C-BFB5-15DF-E808-3612B1836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DD32466-3D27-9A62-089C-E3985C3F48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584813"/>
            <a:ext cx="9144000" cy="3688373"/>
          </a:xfrm>
          <a:prstGeom prst="rect">
            <a:avLst/>
          </a:prstGeom>
          <a:solidFill>
            <a:schemeClr val="bg1">
              <a:lumMod val="9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03158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4C335-7D26-75F9-22CE-FFE4CB625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8F1FF47-AB45-24AC-89B1-417F7E8328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584813"/>
            <a:ext cx="9144000" cy="3688373"/>
          </a:xfrm>
          <a:prstGeom prst="rect">
            <a:avLst/>
          </a:prstGeom>
          <a:solidFill>
            <a:schemeClr val="bg1">
              <a:lumMod val="9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79774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</TotalTime>
  <Words>0</Words>
  <Application>Microsoft Office PowerPoint</Application>
  <PresentationFormat>全屏显示(4:3)</PresentationFormat>
  <Paragraphs>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Xuesong Li</dc:creator>
  <cp:lastModifiedBy>Xuesong Li</cp:lastModifiedBy>
  <cp:revision>17</cp:revision>
  <dcterms:created xsi:type="dcterms:W3CDTF">2026-01-02T15:14:42Z</dcterms:created>
  <dcterms:modified xsi:type="dcterms:W3CDTF">2026-01-02T16:45:57Z</dcterms:modified>
</cp:coreProperties>
</file>