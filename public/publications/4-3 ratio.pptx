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874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867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875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700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771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410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6323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54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711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688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209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7688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E007C-C467-42A1-A831-57D1A5046706}" type="datetimeFigureOut">
              <a:rPr lang="LID4096" smtClean="0"/>
              <a:t>01/02/2026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58C13-A50D-41EF-A324-C899B448A3B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548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16592B-EA1B-2BC9-7079-47AD37C40757}"/>
              </a:ext>
            </a:extLst>
          </p:cNvPr>
          <p:cNvSpPr/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图片 5" descr="图片包含 图示&#10;&#10;AI 生成的内容可能不正确。">
            <a:extLst>
              <a:ext uri="{FF2B5EF4-FFF2-40B4-BE49-F238E27FC236}">
                <a16:creationId xmlns:a16="http://schemas.microsoft.com/office/drawing/2014/main" id="{AC1A0F99-A0CA-2747-9E14-7A7A11AAC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5" y="1981200"/>
            <a:ext cx="9110289" cy="318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9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8886-1AAF-BAB2-2D3B-23D28677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32C2DE9-5A05-AB44-CA37-8B6215C655A3}"/>
              </a:ext>
            </a:extLst>
          </p:cNvPr>
          <p:cNvSpPr/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04CAA00B-A58A-5BA1-15A1-11B94F340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8563"/>
            <a:ext cx="9144000" cy="20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E8BD-AA61-FF8E-5A24-788B714F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E894629-F3B2-6569-83B6-5AD2E0B1C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图片 2" descr="手机屏幕的截图&#10;&#10;AI 生成的内容可能不正确。">
            <a:extLst>
              <a:ext uri="{FF2B5EF4-FFF2-40B4-BE49-F238E27FC236}">
                <a16:creationId xmlns:a16="http://schemas.microsoft.com/office/drawing/2014/main" id="{14239B4A-B20E-100C-1D6C-1FB6B2BD86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647970"/>
            <a:ext cx="7538719" cy="356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6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F85B-D846-8ECA-B549-6B288709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2C44A4-8EB6-5147-88CE-88847BEFE1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图片 4" descr="图片包含 QR 代码&#10;&#10;AI 生成的内容可能不正确。">
            <a:extLst>
              <a:ext uri="{FF2B5EF4-FFF2-40B4-BE49-F238E27FC236}">
                <a16:creationId xmlns:a16="http://schemas.microsoft.com/office/drawing/2014/main" id="{9FFA2269-0FBB-0C11-F090-CDB8E71ED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9623"/>
            <a:ext cx="9144000" cy="253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3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F305-2C04-D8B9-14B0-FA3422A1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EFA584-88E6-B81E-1D24-59EAD3D11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图片 2" descr="图片包含 照片, 建筑, 不同, 窗户&#10;&#10;AI 生成的内容可能不正确。">
            <a:extLst>
              <a:ext uri="{FF2B5EF4-FFF2-40B4-BE49-F238E27FC236}">
                <a16:creationId xmlns:a16="http://schemas.microsoft.com/office/drawing/2014/main" id="{F9265038-1C3A-085E-E329-82D69247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5" y="2062480"/>
            <a:ext cx="9046505" cy="303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5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7B2F-FE3F-DE27-386A-D05458C5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76BE1F-AA3A-C505-3312-5859C796B9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374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4F13-D15A-6EAB-48A8-6C2873DF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623247F-6E30-BFD2-CA98-26A33545E2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272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1D03C-BFB5-15DF-E808-3612B183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DD32466-3D27-9A62-089C-E3985C3F48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315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C335-7D26-75F9-22CE-FFE4CB62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F1FF47-AB45-24AC-89B1-417F7E832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4813"/>
            <a:ext cx="9144000" cy="36883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977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Xuesong Li</dc:creator>
  <cp:lastModifiedBy>Xuesong Li</cp:lastModifiedBy>
  <cp:revision>14</cp:revision>
  <dcterms:created xsi:type="dcterms:W3CDTF">2026-01-02T15:14:42Z</dcterms:created>
  <dcterms:modified xsi:type="dcterms:W3CDTF">2026-01-02T15:24:12Z</dcterms:modified>
</cp:coreProperties>
</file>